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sldIdLst>
    <p:sldId id="256" r:id="rId5"/>
  </p:sldIdLst>
  <p:sldSz cx="21599525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702C3C-2540-4174-AB86-55A617A2D20D}" v="13" dt="2026-01-15T07:59:36.3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>
      <p:cViewPr varScale="1">
        <p:scale>
          <a:sx n="52" d="100"/>
          <a:sy n="52" d="100"/>
        </p:scale>
        <p:origin x="59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utschmann Joerg" userId="35d48aaa-cf23-4f25-be33-ec168ec966ae" providerId="ADAL" clId="{C2E201C4-ECDB-4AB2-A093-DC905DA2D19D}"/>
    <pc:docChg chg="undo custSel modSld modMainMaster">
      <pc:chgData name="Deutschmann Joerg" userId="35d48aaa-cf23-4f25-be33-ec168ec966ae" providerId="ADAL" clId="{C2E201C4-ECDB-4AB2-A093-DC905DA2D19D}" dt="2026-01-15T07:59:57.845" v="672" actId="20577"/>
      <pc:docMkLst>
        <pc:docMk/>
      </pc:docMkLst>
      <pc:sldChg chg="addSp modSp mod">
        <pc:chgData name="Deutschmann Joerg" userId="35d48aaa-cf23-4f25-be33-ec168ec966ae" providerId="ADAL" clId="{C2E201C4-ECDB-4AB2-A093-DC905DA2D19D}" dt="2026-01-15T07:59:57.845" v="672" actId="20577"/>
        <pc:sldMkLst>
          <pc:docMk/>
          <pc:sldMk cId="2509720694" sldId="256"/>
        </pc:sldMkLst>
        <pc:spChg chg="add mod">
          <ac:chgData name="Deutschmann Joerg" userId="35d48aaa-cf23-4f25-be33-ec168ec966ae" providerId="ADAL" clId="{C2E201C4-ECDB-4AB2-A093-DC905DA2D19D}" dt="2026-01-13T20:07:19.966" v="592" actId="207"/>
          <ac:spMkLst>
            <pc:docMk/>
            <pc:sldMk cId="2509720694" sldId="256"/>
            <ac:spMk id="3" creationId="{13CDAC0C-9B23-653B-2E84-E3C727B37CEE}"/>
          </ac:spMkLst>
        </pc:spChg>
        <pc:spChg chg="add mod">
          <ac:chgData name="Deutschmann Joerg" userId="35d48aaa-cf23-4f25-be33-ec168ec966ae" providerId="ADAL" clId="{C2E201C4-ECDB-4AB2-A093-DC905DA2D19D}" dt="2026-01-13T20:07:24.904" v="593" actId="207"/>
          <ac:spMkLst>
            <pc:docMk/>
            <pc:sldMk cId="2509720694" sldId="256"/>
            <ac:spMk id="5" creationId="{0EA4AFF9-07BA-6DC7-7497-472EFEE0A512}"/>
          </ac:spMkLst>
        </pc:spChg>
        <pc:spChg chg="add mod">
          <ac:chgData name="Deutschmann Joerg" userId="35d48aaa-cf23-4f25-be33-ec168ec966ae" providerId="ADAL" clId="{C2E201C4-ECDB-4AB2-A093-DC905DA2D19D}" dt="2026-01-13T20:04:09.806" v="589" actId="14100"/>
          <ac:spMkLst>
            <pc:docMk/>
            <pc:sldMk cId="2509720694" sldId="256"/>
            <ac:spMk id="7" creationId="{2AAEF111-5AC5-8D6D-503A-85D4A5D6B094}"/>
          </ac:spMkLst>
        </pc:spChg>
        <pc:spChg chg="mod">
          <ac:chgData name="Deutschmann Joerg" userId="35d48aaa-cf23-4f25-be33-ec168ec966ae" providerId="ADAL" clId="{C2E201C4-ECDB-4AB2-A093-DC905DA2D19D}" dt="2026-01-13T19:57:43.575" v="290" actId="14100"/>
          <ac:spMkLst>
            <pc:docMk/>
            <pc:sldMk cId="2509720694" sldId="256"/>
            <ac:spMk id="11" creationId="{3A994032-5128-4610-E0FB-3D2F2209663B}"/>
          </ac:spMkLst>
        </pc:spChg>
        <pc:spChg chg="mod">
          <ac:chgData name="Deutschmann Joerg" userId="35d48aaa-cf23-4f25-be33-ec168ec966ae" providerId="ADAL" clId="{C2E201C4-ECDB-4AB2-A093-DC905DA2D19D}" dt="2026-01-13T19:58:29.759" v="313" actId="20577"/>
          <ac:spMkLst>
            <pc:docMk/>
            <pc:sldMk cId="2509720694" sldId="256"/>
            <ac:spMk id="16" creationId="{4AB699BA-C105-3898-E8FB-0747ADDCD969}"/>
          </ac:spMkLst>
        </pc:spChg>
        <pc:spChg chg="mod">
          <ac:chgData name="Deutschmann Joerg" userId="35d48aaa-cf23-4f25-be33-ec168ec966ae" providerId="ADAL" clId="{C2E201C4-ECDB-4AB2-A093-DC905DA2D19D}" dt="2026-01-15T07:56:25.840" v="607" actId="20577"/>
          <ac:spMkLst>
            <pc:docMk/>
            <pc:sldMk cId="2509720694" sldId="256"/>
            <ac:spMk id="18" creationId="{4DA6F670-19F8-70BF-865E-580C4EC57E8A}"/>
          </ac:spMkLst>
        </pc:spChg>
        <pc:spChg chg="mod">
          <ac:chgData name="Deutschmann Joerg" userId="35d48aaa-cf23-4f25-be33-ec168ec966ae" providerId="ADAL" clId="{C2E201C4-ECDB-4AB2-A093-DC905DA2D19D}" dt="2026-01-13T20:03:22.512" v="548" actId="1076"/>
          <ac:spMkLst>
            <pc:docMk/>
            <pc:sldMk cId="2509720694" sldId="256"/>
            <ac:spMk id="19" creationId="{E437270C-45B7-A02B-2F2D-C5B1A7E6ADCC}"/>
          </ac:spMkLst>
        </pc:spChg>
        <pc:spChg chg="mod">
          <ac:chgData name="Deutschmann Joerg" userId="35d48aaa-cf23-4f25-be33-ec168ec966ae" providerId="ADAL" clId="{C2E201C4-ECDB-4AB2-A093-DC905DA2D19D}" dt="2026-01-15T07:57:52.417" v="645" actId="207"/>
          <ac:spMkLst>
            <pc:docMk/>
            <pc:sldMk cId="2509720694" sldId="256"/>
            <ac:spMk id="20" creationId="{81B6F0C8-1B1E-363A-D879-42D831A92BEF}"/>
          </ac:spMkLst>
        </pc:spChg>
        <pc:spChg chg="mod">
          <ac:chgData name="Deutschmann Joerg" userId="35d48aaa-cf23-4f25-be33-ec168ec966ae" providerId="ADAL" clId="{C2E201C4-ECDB-4AB2-A093-DC905DA2D19D}" dt="2026-01-13T19:53:25.437" v="152" actId="207"/>
          <ac:spMkLst>
            <pc:docMk/>
            <pc:sldMk cId="2509720694" sldId="256"/>
            <ac:spMk id="24" creationId="{618C5262-2DC9-4E4A-3F09-6F4552602414}"/>
          </ac:spMkLst>
        </pc:spChg>
        <pc:spChg chg="mod">
          <ac:chgData name="Deutschmann Joerg" userId="35d48aaa-cf23-4f25-be33-ec168ec966ae" providerId="ADAL" clId="{C2E201C4-ECDB-4AB2-A093-DC905DA2D19D}" dt="2026-01-15T07:57:04.525" v="624" actId="207"/>
          <ac:spMkLst>
            <pc:docMk/>
            <pc:sldMk cId="2509720694" sldId="256"/>
            <ac:spMk id="26" creationId="{BC28ED3F-F8E0-5579-40BC-203C3DE5A341}"/>
          </ac:spMkLst>
        </pc:spChg>
        <pc:spChg chg="mod">
          <ac:chgData name="Deutschmann Joerg" userId="35d48aaa-cf23-4f25-be33-ec168ec966ae" providerId="ADAL" clId="{C2E201C4-ECDB-4AB2-A093-DC905DA2D19D}" dt="2026-01-13T19:53:25.437" v="152" actId="207"/>
          <ac:spMkLst>
            <pc:docMk/>
            <pc:sldMk cId="2509720694" sldId="256"/>
            <ac:spMk id="30" creationId="{22DBB35C-A62B-F88B-217E-B88A30D46EEF}"/>
          </ac:spMkLst>
        </pc:spChg>
        <pc:spChg chg="mod">
          <ac:chgData name="Deutschmann Joerg" userId="35d48aaa-cf23-4f25-be33-ec168ec966ae" providerId="ADAL" clId="{C2E201C4-ECDB-4AB2-A093-DC905DA2D19D}" dt="2026-01-13T20:03:22.512" v="548" actId="1076"/>
          <ac:spMkLst>
            <pc:docMk/>
            <pc:sldMk cId="2509720694" sldId="256"/>
            <ac:spMk id="31" creationId="{B9F6B7DC-FAC8-6DFB-F255-CA3C880B771A}"/>
          </ac:spMkLst>
        </pc:spChg>
        <pc:spChg chg="mod">
          <ac:chgData name="Deutschmann Joerg" userId="35d48aaa-cf23-4f25-be33-ec168ec966ae" providerId="ADAL" clId="{C2E201C4-ECDB-4AB2-A093-DC905DA2D19D}" dt="2026-01-13T19:53:25.437" v="152" actId="207"/>
          <ac:spMkLst>
            <pc:docMk/>
            <pc:sldMk cId="2509720694" sldId="256"/>
            <ac:spMk id="32" creationId="{58D34540-703F-99AC-23B4-2165159BB71D}"/>
          </ac:spMkLst>
        </pc:spChg>
        <pc:spChg chg="mod">
          <ac:chgData name="Deutschmann Joerg" userId="35d48aaa-cf23-4f25-be33-ec168ec966ae" providerId="ADAL" clId="{C2E201C4-ECDB-4AB2-A093-DC905DA2D19D}" dt="2026-01-13T19:53:25.437" v="152" actId="207"/>
          <ac:spMkLst>
            <pc:docMk/>
            <pc:sldMk cId="2509720694" sldId="256"/>
            <ac:spMk id="34" creationId="{E5855250-0EF6-D556-435D-BC0F66B8B0F5}"/>
          </ac:spMkLst>
        </pc:spChg>
        <pc:spChg chg="mod">
          <ac:chgData name="Deutschmann Joerg" userId="35d48aaa-cf23-4f25-be33-ec168ec966ae" providerId="ADAL" clId="{C2E201C4-ECDB-4AB2-A093-DC905DA2D19D}" dt="2026-01-15T07:59:12.476" v="656" actId="20577"/>
          <ac:spMkLst>
            <pc:docMk/>
            <pc:sldMk cId="2509720694" sldId="256"/>
            <ac:spMk id="36" creationId="{84DCC713-4D82-FFCC-D103-1087A35FE96D}"/>
          </ac:spMkLst>
        </pc:spChg>
        <pc:spChg chg="mod">
          <ac:chgData name="Deutschmann Joerg" userId="35d48aaa-cf23-4f25-be33-ec168ec966ae" providerId="ADAL" clId="{C2E201C4-ECDB-4AB2-A093-DC905DA2D19D}" dt="2026-01-13T20:03:22.512" v="548" actId="1076"/>
          <ac:spMkLst>
            <pc:docMk/>
            <pc:sldMk cId="2509720694" sldId="256"/>
            <ac:spMk id="37" creationId="{855C0856-2105-B579-6CF7-C8E057DE2563}"/>
          </ac:spMkLst>
        </pc:spChg>
        <pc:spChg chg="mod">
          <ac:chgData name="Deutschmann Joerg" userId="35d48aaa-cf23-4f25-be33-ec168ec966ae" providerId="ADAL" clId="{C2E201C4-ECDB-4AB2-A093-DC905DA2D19D}" dt="2026-01-13T19:53:25.437" v="152" actId="207"/>
          <ac:spMkLst>
            <pc:docMk/>
            <pc:sldMk cId="2509720694" sldId="256"/>
            <ac:spMk id="38" creationId="{04874492-4F27-32B7-A9D7-AFD795972F72}"/>
          </ac:spMkLst>
        </pc:spChg>
        <pc:spChg chg="mod">
          <ac:chgData name="Deutschmann Joerg" userId="35d48aaa-cf23-4f25-be33-ec168ec966ae" providerId="ADAL" clId="{C2E201C4-ECDB-4AB2-A093-DC905DA2D19D}" dt="2026-01-13T19:53:25.437" v="152" actId="207"/>
          <ac:spMkLst>
            <pc:docMk/>
            <pc:sldMk cId="2509720694" sldId="256"/>
            <ac:spMk id="40" creationId="{52C53A1D-C4C9-E768-2067-7393821952F6}"/>
          </ac:spMkLst>
        </pc:spChg>
        <pc:spChg chg="mod">
          <ac:chgData name="Deutschmann Joerg" userId="35d48aaa-cf23-4f25-be33-ec168ec966ae" providerId="ADAL" clId="{C2E201C4-ECDB-4AB2-A093-DC905DA2D19D}" dt="2026-01-13T20:03:22.512" v="548" actId="1076"/>
          <ac:spMkLst>
            <pc:docMk/>
            <pc:sldMk cId="2509720694" sldId="256"/>
            <ac:spMk id="42" creationId="{9A4ABE86-AB8A-3BB7-986A-19FBEDAD1688}"/>
          </ac:spMkLst>
        </pc:spChg>
        <pc:spChg chg="mod">
          <ac:chgData name="Deutschmann Joerg" userId="35d48aaa-cf23-4f25-be33-ec168ec966ae" providerId="ADAL" clId="{C2E201C4-ECDB-4AB2-A093-DC905DA2D19D}" dt="2026-01-13T19:53:25.437" v="152" actId="207"/>
          <ac:spMkLst>
            <pc:docMk/>
            <pc:sldMk cId="2509720694" sldId="256"/>
            <ac:spMk id="44" creationId="{E9AF6CA2-A309-A35E-0A85-3CD1A48A6EEC}"/>
          </ac:spMkLst>
        </pc:spChg>
        <pc:spChg chg="mod">
          <ac:chgData name="Deutschmann Joerg" userId="35d48aaa-cf23-4f25-be33-ec168ec966ae" providerId="ADAL" clId="{C2E201C4-ECDB-4AB2-A093-DC905DA2D19D}" dt="2026-01-13T20:03:22.512" v="548" actId="1076"/>
          <ac:spMkLst>
            <pc:docMk/>
            <pc:sldMk cId="2509720694" sldId="256"/>
            <ac:spMk id="45" creationId="{B9DE043E-F257-6F53-D099-C127DF4D2504}"/>
          </ac:spMkLst>
        </pc:spChg>
        <pc:spChg chg="mod">
          <ac:chgData name="Deutschmann Joerg" userId="35d48aaa-cf23-4f25-be33-ec168ec966ae" providerId="ADAL" clId="{C2E201C4-ECDB-4AB2-A093-DC905DA2D19D}" dt="2026-01-15T07:59:27.841" v="657"/>
          <ac:spMkLst>
            <pc:docMk/>
            <pc:sldMk cId="2509720694" sldId="256"/>
            <ac:spMk id="46" creationId="{A2894B4A-73C3-4CE8-9BDD-F0F28CEDFD45}"/>
          </ac:spMkLst>
        </pc:spChg>
        <pc:spChg chg="mod">
          <ac:chgData name="Deutschmann Joerg" userId="35d48aaa-cf23-4f25-be33-ec168ec966ae" providerId="ADAL" clId="{C2E201C4-ECDB-4AB2-A093-DC905DA2D19D}" dt="2026-01-13T20:03:22.512" v="548" actId="1076"/>
          <ac:spMkLst>
            <pc:docMk/>
            <pc:sldMk cId="2509720694" sldId="256"/>
            <ac:spMk id="48" creationId="{C2117F12-9886-A7DA-19B2-18AE7EAB12D9}"/>
          </ac:spMkLst>
        </pc:spChg>
        <pc:spChg chg="mod">
          <ac:chgData name="Deutschmann Joerg" userId="35d48aaa-cf23-4f25-be33-ec168ec966ae" providerId="ADAL" clId="{C2E201C4-ECDB-4AB2-A093-DC905DA2D19D}" dt="2026-01-13T19:53:25.437" v="152" actId="207"/>
          <ac:spMkLst>
            <pc:docMk/>
            <pc:sldMk cId="2509720694" sldId="256"/>
            <ac:spMk id="50" creationId="{7634B33C-ED68-F2D3-E8F2-4A33FC2C79F3}"/>
          </ac:spMkLst>
        </pc:spChg>
        <pc:spChg chg="mod">
          <ac:chgData name="Deutschmann Joerg" userId="35d48aaa-cf23-4f25-be33-ec168ec966ae" providerId="ADAL" clId="{C2E201C4-ECDB-4AB2-A093-DC905DA2D19D}" dt="2026-01-13T20:03:22.512" v="548" actId="1076"/>
          <ac:spMkLst>
            <pc:docMk/>
            <pc:sldMk cId="2509720694" sldId="256"/>
            <ac:spMk id="51" creationId="{10A449BC-8C55-CB78-D485-2095BCDDDCCD}"/>
          </ac:spMkLst>
        </pc:spChg>
        <pc:spChg chg="mod">
          <ac:chgData name="Deutschmann Joerg" userId="35d48aaa-cf23-4f25-be33-ec168ec966ae" providerId="ADAL" clId="{C2E201C4-ECDB-4AB2-A093-DC905DA2D19D}" dt="2026-01-13T19:57:57.841" v="298" actId="20577"/>
          <ac:spMkLst>
            <pc:docMk/>
            <pc:sldMk cId="2509720694" sldId="256"/>
            <ac:spMk id="56" creationId="{172BFD44-C514-01E8-CB46-CBEA9CD5E5CA}"/>
          </ac:spMkLst>
        </pc:spChg>
        <pc:spChg chg="mod">
          <ac:chgData name="Deutschmann Joerg" userId="35d48aaa-cf23-4f25-be33-ec168ec966ae" providerId="ADAL" clId="{C2E201C4-ECDB-4AB2-A093-DC905DA2D19D}" dt="2026-01-13T19:57:06.258" v="273" actId="14100"/>
          <ac:spMkLst>
            <pc:docMk/>
            <pc:sldMk cId="2509720694" sldId="256"/>
            <ac:spMk id="58" creationId="{14A7B15C-5B41-CF90-68D0-34F4895EF371}"/>
          </ac:spMkLst>
        </pc:spChg>
        <pc:spChg chg="mod">
          <ac:chgData name="Deutschmann Joerg" userId="35d48aaa-cf23-4f25-be33-ec168ec966ae" providerId="ADAL" clId="{C2E201C4-ECDB-4AB2-A093-DC905DA2D19D}" dt="2026-01-15T07:59:57.845" v="672" actId="20577"/>
          <ac:spMkLst>
            <pc:docMk/>
            <pc:sldMk cId="2509720694" sldId="256"/>
            <ac:spMk id="60" creationId="{8747A0F6-0554-1E72-35C8-A1D03D47806A}"/>
          </ac:spMkLst>
        </pc:spChg>
        <pc:spChg chg="mod">
          <ac:chgData name="Deutschmann Joerg" userId="35d48aaa-cf23-4f25-be33-ec168ec966ae" providerId="ADAL" clId="{C2E201C4-ECDB-4AB2-A093-DC905DA2D19D}" dt="2026-01-13T20:02:45.487" v="545"/>
          <ac:spMkLst>
            <pc:docMk/>
            <pc:sldMk cId="2509720694" sldId="256"/>
            <ac:spMk id="61" creationId="{9DA2FD3A-ECE5-90FE-0F1C-FFE672D2D5CB}"/>
          </ac:spMkLst>
        </pc:spChg>
        <pc:spChg chg="mod">
          <ac:chgData name="Deutschmann Joerg" userId="35d48aaa-cf23-4f25-be33-ec168ec966ae" providerId="ADAL" clId="{C2E201C4-ECDB-4AB2-A093-DC905DA2D19D}" dt="2026-01-15T07:59:36.384" v="658"/>
          <ac:spMkLst>
            <pc:docMk/>
            <pc:sldMk cId="2509720694" sldId="256"/>
            <ac:spMk id="62" creationId="{C40C70CC-1801-640D-E6AE-65522DC60E11}"/>
          </ac:spMkLst>
        </pc:spChg>
        <pc:spChg chg="mod">
          <ac:chgData name="Deutschmann Joerg" userId="35d48aaa-cf23-4f25-be33-ec168ec966ae" providerId="ADAL" clId="{C2E201C4-ECDB-4AB2-A093-DC905DA2D19D}" dt="2026-01-13T19:57:13.584" v="276" actId="14100"/>
          <ac:spMkLst>
            <pc:docMk/>
            <pc:sldMk cId="2509720694" sldId="256"/>
            <ac:spMk id="64" creationId="{1799E616-01A5-E3C1-33BF-D441F31AC31A}"/>
          </ac:spMkLst>
        </pc:spChg>
        <pc:spChg chg="mod">
          <ac:chgData name="Deutschmann Joerg" userId="35d48aaa-cf23-4f25-be33-ec168ec966ae" providerId="ADAL" clId="{C2E201C4-ECDB-4AB2-A093-DC905DA2D19D}" dt="2026-01-13T19:55:32.767" v="205" actId="1076"/>
          <ac:spMkLst>
            <pc:docMk/>
            <pc:sldMk cId="2509720694" sldId="256"/>
            <ac:spMk id="71" creationId="{59247933-36B2-FB52-8916-9AEF80E8EE9F}"/>
          </ac:spMkLst>
        </pc:spChg>
        <pc:spChg chg="mod">
          <ac:chgData name="Deutschmann Joerg" userId="35d48aaa-cf23-4f25-be33-ec168ec966ae" providerId="ADAL" clId="{C2E201C4-ECDB-4AB2-A093-DC905DA2D19D}" dt="2026-01-13T19:55:29.131" v="204" actId="1076"/>
          <ac:spMkLst>
            <pc:docMk/>
            <pc:sldMk cId="2509720694" sldId="256"/>
            <ac:spMk id="72" creationId="{6B7C14AA-6905-F9E9-E998-343973798635}"/>
          </ac:spMkLst>
        </pc:spChg>
        <pc:spChg chg="mod">
          <ac:chgData name="Deutschmann Joerg" userId="35d48aaa-cf23-4f25-be33-ec168ec966ae" providerId="ADAL" clId="{C2E201C4-ECDB-4AB2-A093-DC905DA2D19D}" dt="2026-01-13T20:03:22.512" v="548" actId="1076"/>
          <ac:spMkLst>
            <pc:docMk/>
            <pc:sldMk cId="2509720694" sldId="256"/>
            <ac:spMk id="74" creationId="{5C1D5DB6-9A9D-FAC8-636B-B259FA9BF83C}"/>
          </ac:spMkLst>
        </pc:spChg>
        <pc:cxnChg chg="mod">
          <ac:chgData name="Deutschmann Joerg" userId="35d48aaa-cf23-4f25-be33-ec168ec966ae" providerId="ADAL" clId="{C2E201C4-ECDB-4AB2-A093-DC905DA2D19D}" dt="2026-01-07T18:50:17.798" v="12" actId="692"/>
          <ac:cxnSpMkLst>
            <pc:docMk/>
            <pc:sldMk cId="2509720694" sldId="256"/>
            <ac:cxnSpMk id="53" creationId="{CF1E1805-A05A-9D47-57B2-D2A43000A745}"/>
          </ac:cxnSpMkLst>
        </pc:cxnChg>
        <pc:cxnChg chg="mod">
          <ac:chgData name="Deutschmann Joerg" userId="35d48aaa-cf23-4f25-be33-ec168ec966ae" providerId="ADAL" clId="{C2E201C4-ECDB-4AB2-A093-DC905DA2D19D}" dt="2026-01-07T18:50:17.798" v="12" actId="692"/>
          <ac:cxnSpMkLst>
            <pc:docMk/>
            <pc:sldMk cId="2509720694" sldId="256"/>
            <ac:cxnSpMk id="55" creationId="{94568EC6-774B-3FA4-292C-EC25AF6D8CF5}"/>
          </ac:cxnSpMkLst>
        </pc:cxnChg>
        <pc:cxnChg chg="add mod">
          <ac:chgData name="Deutschmann Joerg" userId="35d48aaa-cf23-4f25-be33-ec168ec966ae" providerId="ADAL" clId="{C2E201C4-ECDB-4AB2-A093-DC905DA2D19D}" dt="2026-01-13T19:57:13.584" v="276" actId="14100"/>
          <ac:cxnSpMkLst>
            <pc:docMk/>
            <pc:sldMk cId="2509720694" sldId="256"/>
            <ac:cxnSpMk id="75" creationId="{DDBAA4AD-442E-8223-4D8D-40417E03CF11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41" y="1178222"/>
            <a:ext cx="16199644" cy="2506427"/>
          </a:xfrm>
        </p:spPr>
        <p:txBody>
          <a:bodyPr anchor="b"/>
          <a:lstStyle>
            <a:lvl1pPr algn="ctr">
              <a:defRPr sz="62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3781306"/>
            <a:ext cx="16199644" cy="1738167"/>
          </a:xfrm>
        </p:spPr>
        <p:txBody>
          <a:bodyPr/>
          <a:lstStyle>
            <a:lvl1pPr marL="0" indent="0" algn="ctr">
              <a:buNone/>
              <a:defRPr sz="2520"/>
            </a:lvl1pPr>
            <a:lvl2pPr marL="479969" indent="0" algn="ctr">
              <a:buNone/>
              <a:defRPr sz="2100"/>
            </a:lvl2pPr>
            <a:lvl3pPr marL="959937" indent="0" algn="ctr">
              <a:buNone/>
              <a:defRPr sz="1890"/>
            </a:lvl3pPr>
            <a:lvl4pPr marL="1439906" indent="0" algn="ctr">
              <a:buNone/>
              <a:defRPr sz="1680"/>
            </a:lvl4pPr>
            <a:lvl5pPr marL="1919874" indent="0" algn="ctr">
              <a:buNone/>
              <a:defRPr sz="1680"/>
            </a:lvl5pPr>
            <a:lvl6pPr marL="2399843" indent="0" algn="ctr">
              <a:buNone/>
              <a:defRPr sz="1680"/>
            </a:lvl6pPr>
            <a:lvl7pPr marL="2879811" indent="0" algn="ctr">
              <a:buNone/>
              <a:defRPr sz="1680"/>
            </a:lvl7pPr>
            <a:lvl8pPr marL="3359780" indent="0" algn="ctr">
              <a:buNone/>
              <a:defRPr sz="1680"/>
            </a:lvl8pPr>
            <a:lvl9pPr marL="3839748" indent="0" algn="ctr">
              <a:buNone/>
              <a:defRPr sz="1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4C552-BA40-4055-89F5-E54AAAAF4554}" type="datetimeFigureOut">
              <a:rPr lang="en-DE" smtClean="0"/>
              <a:t>15/01/2026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6D3D9-6563-424C-B522-00073FA6D7D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34887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4C552-BA40-4055-89F5-E54AAAAF4554}" type="datetimeFigureOut">
              <a:rPr lang="en-DE" smtClean="0"/>
              <a:t>15/01/2026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6D3D9-6563-424C-B522-00073FA6D7D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65747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8" y="1794830"/>
            <a:ext cx="18629590" cy="2994714"/>
          </a:xfrm>
        </p:spPr>
        <p:txBody>
          <a:bodyPr anchor="b"/>
          <a:lstStyle>
            <a:lvl1pPr>
              <a:defRPr sz="62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8" y="4817875"/>
            <a:ext cx="18629590" cy="15748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1pPr>
            <a:lvl2pPr marL="479969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2pPr>
            <a:lvl3pPr marL="959937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3pPr>
            <a:lvl4pPr marL="1439906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4pPr>
            <a:lvl5pPr marL="1919874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5pPr>
            <a:lvl6pPr marL="2399843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6pPr>
            <a:lvl7pPr marL="2879811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7pPr>
            <a:lvl8pPr marL="33597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8pPr>
            <a:lvl9pPr marL="3839748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4C552-BA40-4055-89F5-E54AAAAF4554}" type="datetimeFigureOut">
              <a:rPr lang="en-DE" smtClean="0"/>
              <a:t>15/01/2026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6D3D9-6563-424C-B522-00073FA6D7D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33371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1916484"/>
            <a:ext cx="9179798" cy="456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1916484"/>
            <a:ext cx="9179798" cy="456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4C552-BA40-4055-89F5-E54AAAAF4554}" type="datetimeFigureOut">
              <a:rPr lang="en-DE" smtClean="0"/>
              <a:t>15/01/2026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6D3D9-6563-424C-B522-00073FA6D7D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12201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383297"/>
            <a:ext cx="18629590" cy="1391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1" y="1764832"/>
            <a:ext cx="9137611" cy="864917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79969" indent="0">
              <a:buNone/>
              <a:defRPr sz="2100" b="1"/>
            </a:lvl2pPr>
            <a:lvl3pPr marL="959937" indent="0">
              <a:buNone/>
              <a:defRPr sz="1890" b="1"/>
            </a:lvl3pPr>
            <a:lvl4pPr marL="1439906" indent="0">
              <a:buNone/>
              <a:defRPr sz="1680" b="1"/>
            </a:lvl4pPr>
            <a:lvl5pPr marL="1919874" indent="0">
              <a:buNone/>
              <a:defRPr sz="1680" b="1"/>
            </a:lvl5pPr>
            <a:lvl6pPr marL="2399843" indent="0">
              <a:buNone/>
              <a:defRPr sz="1680" b="1"/>
            </a:lvl6pPr>
            <a:lvl7pPr marL="2879811" indent="0">
              <a:buNone/>
              <a:defRPr sz="1680" b="1"/>
            </a:lvl7pPr>
            <a:lvl8pPr marL="3359780" indent="0">
              <a:buNone/>
              <a:defRPr sz="1680" b="1"/>
            </a:lvl8pPr>
            <a:lvl9pPr marL="3839748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1" y="2629749"/>
            <a:ext cx="9137611" cy="3867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0" y="1764832"/>
            <a:ext cx="9182611" cy="864917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79969" indent="0">
              <a:buNone/>
              <a:defRPr sz="2100" b="1"/>
            </a:lvl2pPr>
            <a:lvl3pPr marL="959937" indent="0">
              <a:buNone/>
              <a:defRPr sz="1890" b="1"/>
            </a:lvl3pPr>
            <a:lvl4pPr marL="1439906" indent="0">
              <a:buNone/>
              <a:defRPr sz="1680" b="1"/>
            </a:lvl4pPr>
            <a:lvl5pPr marL="1919874" indent="0">
              <a:buNone/>
              <a:defRPr sz="1680" b="1"/>
            </a:lvl5pPr>
            <a:lvl6pPr marL="2399843" indent="0">
              <a:buNone/>
              <a:defRPr sz="1680" b="1"/>
            </a:lvl6pPr>
            <a:lvl7pPr marL="2879811" indent="0">
              <a:buNone/>
              <a:defRPr sz="1680" b="1"/>
            </a:lvl7pPr>
            <a:lvl8pPr marL="3359780" indent="0">
              <a:buNone/>
              <a:defRPr sz="1680" b="1"/>
            </a:lvl8pPr>
            <a:lvl9pPr marL="3839748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0" y="2629749"/>
            <a:ext cx="9182611" cy="3867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4C552-BA40-4055-89F5-E54AAAAF4554}" type="datetimeFigureOut">
              <a:rPr lang="en-DE" smtClean="0"/>
              <a:t>15/01/2026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6D3D9-6563-424C-B522-00073FA6D7D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76832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4C552-BA40-4055-89F5-E54AAAAF4554}" type="datetimeFigureOut">
              <a:rPr lang="en-DE" smtClean="0"/>
              <a:t>15/01/2026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6D3D9-6563-424C-B522-00073FA6D7D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76597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4C552-BA40-4055-89F5-E54AAAAF4554}" type="datetimeFigureOut">
              <a:rPr lang="en-DE" smtClean="0"/>
              <a:t>15/01/2026</a:t>
            </a:fld>
            <a:endParaRPr lang="en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6D3D9-6563-424C-B522-00073FA6D7D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74305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479954"/>
            <a:ext cx="6966408" cy="1679840"/>
          </a:xfrm>
        </p:spPr>
        <p:txBody>
          <a:bodyPr anchor="b"/>
          <a:lstStyle>
            <a:lvl1pPr>
              <a:defRPr sz="335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1036569"/>
            <a:ext cx="10934760" cy="5116178"/>
          </a:xfrm>
        </p:spPr>
        <p:txBody>
          <a:bodyPr/>
          <a:lstStyle>
            <a:lvl1pPr>
              <a:defRPr sz="3359"/>
            </a:lvl1pPr>
            <a:lvl2pPr>
              <a:defRPr sz="2939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2159794"/>
            <a:ext cx="6966408" cy="4001285"/>
          </a:xfrm>
        </p:spPr>
        <p:txBody>
          <a:bodyPr/>
          <a:lstStyle>
            <a:lvl1pPr marL="0" indent="0">
              <a:buNone/>
              <a:defRPr sz="1680"/>
            </a:lvl1pPr>
            <a:lvl2pPr marL="479969" indent="0">
              <a:buNone/>
              <a:defRPr sz="1470"/>
            </a:lvl2pPr>
            <a:lvl3pPr marL="959937" indent="0">
              <a:buNone/>
              <a:defRPr sz="1260"/>
            </a:lvl3pPr>
            <a:lvl4pPr marL="1439906" indent="0">
              <a:buNone/>
              <a:defRPr sz="1050"/>
            </a:lvl4pPr>
            <a:lvl5pPr marL="1919874" indent="0">
              <a:buNone/>
              <a:defRPr sz="1050"/>
            </a:lvl5pPr>
            <a:lvl6pPr marL="2399843" indent="0">
              <a:buNone/>
              <a:defRPr sz="1050"/>
            </a:lvl6pPr>
            <a:lvl7pPr marL="2879811" indent="0">
              <a:buNone/>
              <a:defRPr sz="1050"/>
            </a:lvl7pPr>
            <a:lvl8pPr marL="3359780" indent="0">
              <a:buNone/>
              <a:defRPr sz="1050"/>
            </a:lvl8pPr>
            <a:lvl9pPr marL="3839748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4C552-BA40-4055-89F5-E54AAAAF4554}" type="datetimeFigureOut">
              <a:rPr lang="en-DE" smtClean="0"/>
              <a:t>15/01/2026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6D3D9-6563-424C-B522-00073FA6D7D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07579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479954"/>
            <a:ext cx="6966408" cy="1679840"/>
          </a:xfrm>
        </p:spPr>
        <p:txBody>
          <a:bodyPr anchor="b"/>
          <a:lstStyle>
            <a:lvl1pPr>
              <a:defRPr sz="335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1036569"/>
            <a:ext cx="10934760" cy="5116178"/>
          </a:xfrm>
        </p:spPr>
        <p:txBody>
          <a:bodyPr anchor="t"/>
          <a:lstStyle>
            <a:lvl1pPr marL="0" indent="0">
              <a:buNone/>
              <a:defRPr sz="3359"/>
            </a:lvl1pPr>
            <a:lvl2pPr marL="479969" indent="0">
              <a:buNone/>
              <a:defRPr sz="2939"/>
            </a:lvl2pPr>
            <a:lvl3pPr marL="959937" indent="0">
              <a:buNone/>
              <a:defRPr sz="2520"/>
            </a:lvl3pPr>
            <a:lvl4pPr marL="1439906" indent="0">
              <a:buNone/>
              <a:defRPr sz="2100"/>
            </a:lvl4pPr>
            <a:lvl5pPr marL="1919874" indent="0">
              <a:buNone/>
              <a:defRPr sz="2100"/>
            </a:lvl5pPr>
            <a:lvl6pPr marL="2399843" indent="0">
              <a:buNone/>
              <a:defRPr sz="2100"/>
            </a:lvl6pPr>
            <a:lvl7pPr marL="2879811" indent="0">
              <a:buNone/>
              <a:defRPr sz="2100"/>
            </a:lvl7pPr>
            <a:lvl8pPr marL="3359780" indent="0">
              <a:buNone/>
              <a:defRPr sz="2100"/>
            </a:lvl8pPr>
            <a:lvl9pPr marL="3839748" indent="0">
              <a:buNone/>
              <a:defRPr sz="21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2159794"/>
            <a:ext cx="6966408" cy="4001285"/>
          </a:xfrm>
        </p:spPr>
        <p:txBody>
          <a:bodyPr/>
          <a:lstStyle>
            <a:lvl1pPr marL="0" indent="0">
              <a:buNone/>
              <a:defRPr sz="1680"/>
            </a:lvl1pPr>
            <a:lvl2pPr marL="479969" indent="0">
              <a:buNone/>
              <a:defRPr sz="1470"/>
            </a:lvl2pPr>
            <a:lvl3pPr marL="959937" indent="0">
              <a:buNone/>
              <a:defRPr sz="1260"/>
            </a:lvl3pPr>
            <a:lvl4pPr marL="1439906" indent="0">
              <a:buNone/>
              <a:defRPr sz="1050"/>
            </a:lvl4pPr>
            <a:lvl5pPr marL="1919874" indent="0">
              <a:buNone/>
              <a:defRPr sz="1050"/>
            </a:lvl5pPr>
            <a:lvl6pPr marL="2399843" indent="0">
              <a:buNone/>
              <a:defRPr sz="1050"/>
            </a:lvl6pPr>
            <a:lvl7pPr marL="2879811" indent="0">
              <a:buNone/>
              <a:defRPr sz="1050"/>
            </a:lvl7pPr>
            <a:lvl8pPr marL="3359780" indent="0">
              <a:buNone/>
              <a:defRPr sz="1050"/>
            </a:lvl8pPr>
            <a:lvl9pPr marL="3839748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4C552-BA40-4055-89F5-E54AAAAF4554}" type="datetimeFigureOut">
              <a:rPr lang="en-DE" smtClean="0"/>
              <a:t>15/01/2026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6D3D9-6563-424C-B522-00073FA6D7D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17105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4C552-BA40-4055-89F5-E54AAAAF4554}" type="datetimeFigureOut">
              <a:rPr lang="en-DE" smtClean="0"/>
              <a:t>15/01/2026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6D3D9-6563-424C-B522-00073FA6D7D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94903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0" y="383297"/>
            <a:ext cx="4657398" cy="61010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7" y="383297"/>
            <a:ext cx="13702199" cy="61010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4C552-BA40-4055-89F5-E54AAAAF4554}" type="datetimeFigureOut">
              <a:rPr lang="en-DE" smtClean="0"/>
              <a:t>15/01/2026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6D3D9-6563-424C-B522-00073FA6D7D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77806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383297"/>
            <a:ext cx="18629590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1916484"/>
            <a:ext cx="18629590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6672697"/>
            <a:ext cx="4859893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04C552-BA40-4055-89F5-E54AAAAF4554}" type="datetimeFigureOut">
              <a:rPr lang="en-DE" smtClean="0"/>
              <a:t>15/01/2026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6672697"/>
            <a:ext cx="7289840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6672697"/>
            <a:ext cx="4859893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46D3D9-6563-424C-B522-00073FA6D7D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82352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59937" rtl="0" eaLnBrk="1" latinLnBrk="0" hangingPunct="1">
        <a:lnSpc>
          <a:spcPct val="90000"/>
        </a:lnSpc>
        <a:spcBef>
          <a:spcPct val="0"/>
        </a:spcBef>
        <a:buNone/>
        <a:defRPr sz="46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984" indent="-239984" algn="l" defTabSz="95993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39" kern="1200">
          <a:solidFill>
            <a:schemeClr val="tx1"/>
          </a:solidFill>
          <a:latin typeface="+mn-lt"/>
          <a:ea typeface="+mn-ea"/>
          <a:cs typeface="+mn-cs"/>
        </a:defRPr>
      </a:lvl1pPr>
      <a:lvl2pPr marL="719953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199921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9890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59859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39827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19796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599764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79733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79969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59937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39906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19874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99843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79811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59780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39748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Cloud 68">
            <a:extLst>
              <a:ext uri="{FF2B5EF4-FFF2-40B4-BE49-F238E27FC236}">
                <a16:creationId xmlns:a16="http://schemas.microsoft.com/office/drawing/2014/main" id="{2DBF351E-A86B-7C52-3661-87493129E0A0}"/>
              </a:ext>
            </a:extLst>
          </p:cNvPr>
          <p:cNvSpPr/>
          <p:nvPr/>
        </p:nvSpPr>
        <p:spPr>
          <a:xfrm>
            <a:off x="6623299" y="3383633"/>
            <a:ext cx="13033449" cy="4176464"/>
          </a:xfrm>
          <a:prstGeom prst="cloud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94032-5128-4610-E0FB-3D2F2209663B}"/>
              </a:ext>
            </a:extLst>
          </p:cNvPr>
          <p:cNvSpPr/>
          <p:nvPr/>
        </p:nvSpPr>
        <p:spPr>
          <a:xfrm>
            <a:off x="934666" y="1007368"/>
            <a:ext cx="1944216" cy="1080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Web-Browser sendet HTTP</a:t>
            </a:r>
            <a:br>
              <a:rPr lang="de-DE" dirty="0">
                <a:solidFill>
                  <a:schemeClr val="tx1"/>
                </a:solidFill>
              </a:rPr>
            </a:br>
            <a:r>
              <a:rPr lang="de-DE" dirty="0">
                <a:solidFill>
                  <a:schemeClr val="tx1"/>
                </a:solidFill>
              </a:rPr>
              <a:t>Anfrage (Request)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C38919-964B-CDBD-6344-3F4FC694353E}"/>
              </a:ext>
            </a:extLst>
          </p:cNvPr>
          <p:cNvSpPr/>
          <p:nvPr/>
        </p:nvSpPr>
        <p:spPr>
          <a:xfrm rot="16200000">
            <a:off x="286593" y="1439417"/>
            <a:ext cx="1080120" cy="2160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chemeClr val="bg1"/>
                </a:solidFill>
              </a:rPr>
              <a:t>Application</a:t>
            </a:r>
            <a:endParaRPr lang="en-DE" sz="140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B699BA-C105-3898-E8FB-0747ADDCD969}"/>
              </a:ext>
            </a:extLst>
          </p:cNvPr>
          <p:cNvSpPr/>
          <p:nvPr/>
        </p:nvSpPr>
        <p:spPr>
          <a:xfrm>
            <a:off x="934666" y="2087489"/>
            <a:ext cx="1944216" cy="1080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Client</a:t>
            </a:r>
            <a:br>
              <a:rPr lang="de-DE" dirty="0">
                <a:solidFill>
                  <a:schemeClr val="tx1"/>
                </a:solidFill>
              </a:rPr>
            </a:br>
            <a:r>
              <a:rPr lang="de-DE" dirty="0">
                <a:solidFill>
                  <a:schemeClr val="tx1"/>
                </a:solidFill>
              </a:rPr>
              <a:t>TCP-Port:</a:t>
            </a:r>
            <a:br>
              <a:rPr lang="de-DE" dirty="0">
                <a:solidFill>
                  <a:schemeClr val="tx1"/>
                </a:solidFill>
              </a:rPr>
            </a:br>
            <a:r>
              <a:rPr lang="de-DE" dirty="0">
                <a:solidFill>
                  <a:schemeClr val="tx1"/>
                </a:solidFill>
              </a:rPr>
              <a:t>35732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987A13-2414-9364-CB49-402DBA80EE3F}"/>
              </a:ext>
            </a:extLst>
          </p:cNvPr>
          <p:cNvSpPr/>
          <p:nvPr/>
        </p:nvSpPr>
        <p:spPr>
          <a:xfrm rot="16200000">
            <a:off x="286593" y="2519537"/>
            <a:ext cx="1080120" cy="2160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bg1"/>
                </a:solidFill>
              </a:rPr>
              <a:t>Transport</a:t>
            </a:r>
            <a:endParaRPr lang="en-DE" sz="1400" dirty="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A6F670-19F8-70BF-865E-580C4EC57E8A}"/>
              </a:ext>
            </a:extLst>
          </p:cNvPr>
          <p:cNvSpPr/>
          <p:nvPr/>
        </p:nvSpPr>
        <p:spPr>
          <a:xfrm>
            <a:off x="934666" y="3167609"/>
            <a:ext cx="1944216" cy="1080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Client-IP:</a:t>
            </a:r>
            <a:br>
              <a:rPr lang="de-DE" dirty="0">
                <a:solidFill>
                  <a:schemeClr val="tx1"/>
                </a:solidFill>
              </a:rPr>
            </a:br>
            <a:br>
              <a:rPr lang="de-DE" dirty="0">
                <a:solidFill>
                  <a:schemeClr val="tx1"/>
                </a:solidFill>
              </a:rPr>
            </a:br>
            <a:r>
              <a:rPr lang="de-DE" dirty="0">
                <a:solidFill>
                  <a:schemeClr val="tx1"/>
                </a:solidFill>
              </a:rPr>
              <a:t>192.168.178.58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37270C-45B7-A02B-2F2D-C5B1A7E6ADCC}"/>
              </a:ext>
            </a:extLst>
          </p:cNvPr>
          <p:cNvSpPr/>
          <p:nvPr/>
        </p:nvSpPr>
        <p:spPr>
          <a:xfrm rot="16200000">
            <a:off x="286593" y="3599657"/>
            <a:ext cx="1080120" cy="2160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bg1"/>
                </a:solidFill>
              </a:rPr>
              <a:t>Network</a:t>
            </a:r>
            <a:endParaRPr lang="en-DE" sz="1400" dirty="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B6F0C8-1B1E-363A-D879-42D831A92BEF}"/>
              </a:ext>
            </a:extLst>
          </p:cNvPr>
          <p:cNvSpPr/>
          <p:nvPr/>
        </p:nvSpPr>
        <p:spPr>
          <a:xfrm>
            <a:off x="934666" y="4247729"/>
            <a:ext cx="1944216" cy="1080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Client-MAC:</a:t>
            </a:r>
            <a:br>
              <a:rPr lang="de-DE" dirty="0">
                <a:solidFill>
                  <a:schemeClr val="tx1"/>
                </a:solidFill>
              </a:rPr>
            </a:br>
            <a:r>
              <a:rPr lang="de-DE" dirty="0" err="1">
                <a:solidFill>
                  <a:schemeClr val="bg1">
                    <a:lumMod val="50000"/>
                  </a:schemeClr>
                </a:solidFill>
              </a:rPr>
              <a:t>RaspberryPiF</a:t>
            </a:r>
            <a:br>
              <a:rPr lang="de-DE" dirty="0">
                <a:solidFill>
                  <a:schemeClr val="tx1"/>
                </a:solidFill>
              </a:rPr>
            </a:br>
            <a:r>
              <a:rPr lang="de-DE" dirty="0">
                <a:solidFill>
                  <a:schemeClr val="tx1"/>
                </a:solidFill>
              </a:rPr>
              <a:t>b8:27:eb:30:27:08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E9BD5D0-8142-F522-3906-80D5568AEFF1}"/>
              </a:ext>
            </a:extLst>
          </p:cNvPr>
          <p:cNvSpPr/>
          <p:nvPr/>
        </p:nvSpPr>
        <p:spPr>
          <a:xfrm rot="16200000">
            <a:off x="286593" y="4679777"/>
            <a:ext cx="1080120" cy="2160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bg1"/>
                </a:solidFill>
              </a:rPr>
              <a:t>Data Link</a:t>
            </a:r>
            <a:endParaRPr lang="en-DE" sz="1400" dirty="0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8C5262-2DC9-4E4A-3F09-6F4552602414}"/>
              </a:ext>
            </a:extLst>
          </p:cNvPr>
          <p:cNvSpPr/>
          <p:nvPr/>
        </p:nvSpPr>
        <p:spPr>
          <a:xfrm>
            <a:off x="934666" y="5327849"/>
            <a:ext cx="1944216" cy="86409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DE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C9C45B-E485-AD63-1D24-E36C428C9253}"/>
              </a:ext>
            </a:extLst>
          </p:cNvPr>
          <p:cNvSpPr/>
          <p:nvPr/>
        </p:nvSpPr>
        <p:spPr>
          <a:xfrm rot="16200000">
            <a:off x="394605" y="5651885"/>
            <a:ext cx="864096" cy="2160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chemeClr val="bg1"/>
                </a:solidFill>
              </a:rPr>
              <a:t>Physical</a:t>
            </a:r>
            <a:endParaRPr lang="en-DE" sz="1400" dirty="0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28ED3F-F8E0-5579-40BC-203C3DE5A341}"/>
              </a:ext>
            </a:extLst>
          </p:cNvPr>
          <p:cNvSpPr/>
          <p:nvPr/>
        </p:nvSpPr>
        <p:spPr>
          <a:xfrm>
            <a:off x="4535066" y="4247729"/>
            <a:ext cx="1944216" cy="1080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LAN-MAC:</a:t>
            </a:r>
            <a:br>
              <a:rPr lang="de-DE" dirty="0">
                <a:solidFill>
                  <a:schemeClr val="tx1"/>
                </a:solidFill>
              </a:rPr>
            </a:br>
            <a:r>
              <a:rPr lang="de-DE" dirty="0" err="1">
                <a:solidFill>
                  <a:schemeClr val="bg1">
                    <a:lumMod val="50000"/>
                  </a:schemeClr>
                </a:solidFill>
              </a:rPr>
              <a:t>AVMAudiovisu</a:t>
            </a:r>
            <a:br>
              <a:rPr lang="de-DE" dirty="0">
                <a:solidFill>
                  <a:schemeClr val="tx1"/>
                </a:solidFill>
              </a:rPr>
            </a:br>
            <a:r>
              <a:rPr lang="de-DE" dirty="0">
                <a:solidFill>
                  <a:schemeClr val="tx1"/>
                </a:solidFill>
              </a:rPr>
              <a:t>38:10:d5:1b:95:fb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EF121D1-A55F-F24C-2F03-529BE69CBCEA}"/>
              </a:ext>
            </a:extLst>
          </p:cNvPr>
          <p:cNvSpPr/>
          <p:nvPr/>
        </p:nvSpPr>
        <p:spPr>
          <a:xfrm rot="16200000">
            <a:off x="3886993" y="4679777"/>
            <a:ext cx="1080120" cy="2160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bg1"/>
                </a:solidFill>
              </a:rPr>
              <a:t>Data Link</a:t>
            </a:r>
            <a:endParaRPr lang="en-DE" sz="1400" dirty="0">
              <a:solidFill>
                <a:schemeClr val="bg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2DBB35C-A62B-F88B-217E-B88A30D46EEF}"/>
              </a:ext>
            </a:extLst>
          </p:cNvPr>
          <p:cNvSpPr/>
          <p:nvPr/>
        </p:nvSpPr>
        <p:spPr>
          <a:xfrm>
            <a:off x="4535066" y="3167609"/>
            <a:ext cx="1944216" cy="108012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LAN-IP:</a:t>
            </a:r>
            <a:br>
              <a:rPr lang="de-DE" dirty="0">
                <a:solidFill>
                  <a:schemeClr val="tx1"/>
                </a:solidFill>
              </a:rPr>
            </a:br>
            <a:br>
              <a:rPr lang="de-DE" dirty="0">
                <a:solidFill>
                  <a:schemeClr val="tx1"/>
                </a:solidFill>
              </a:rPr>
            </a:br>
            <a:r>
              <a:rPr lang="de-DE" dirty="0">
                <a:solidFill>
                  <a:schemeClr val="tx1"/>
                </a:solidFill>
              </a:rPr>
              <a:t>192.168.178.1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9F6B7DC-FAC8-6DFB-F255-CA3C880B771A}"/>
              </a:ext>
            </a:extLst>
          </p:cNvPr>
          <p:cNvSpPr/>
          <p:nvPr/>
        </p:nvSpPr>
        <p:spPr>
          <a:xfrm rot="16200000">
            <a:off x="3886993" y="3599657"/>
            <a:ext cx="1080120" cy="2160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bg1"/>
                </a:solidFill>
              </a:rPr>
              <a:t>Network</a:t>
            </a:r>
            <a:endParaRPr lang="en-DE" sz="1400" dirty="0">
              <a:solidFill>
                <a:schemeClr val="bg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8D34540-703F-99AC-23B4-2165159BB71D}"/>
              </a:ext>
            </a:extLst>
          </p:cNvPr>
          <p:cNvSpPr/>
          <p:nvPr/>
        </p:nvSpPr>
        <p:spPr>
          <a:xfrm>
            <a:off x="4535066" y="5327849"/>
            <a:ext cx="1944216" cy="86409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F34CA65-49CA-F6DC-26B0-E8D448576468}"/>
              </a:ext>
            </a:extLst>
          </p:cNvPr>
          <p:cNvSpPr/>
          <p:nvPr/>
        </p:nvSpPr>
        <p:spPr>
          <a:xfrm rot="16200000">
            <a:off x="3995005" y="5651885"/>
            <a:ext cx="864096" cy="2160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chemeClr val="bg1"/>
                </a:solidFill>
              </a:rPr>
              <a:t>Physical</a:t>
            </a:r>
            <a:endParaRPr lang="en-DE" sz="1400" dirty="0">
              <a:solidFill>
                <a:schemeClr val="bg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855250-0EF6-D556-435D-BC0F66B8B0F5}"/>
              </a:ext>
            </a:extLst>
          </p:cNvPr>
          <p:cNvSpPr/>
          <p:nvPr/>
        </p:nvSpPr>
        <p:spPr>
          <a:xfrm>
            <a:off x="6695306" y="4247729"/>
            <a:ext cx="1944216" cy="108012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1461FCD-10DD-43FD-52B4-FB9ECF4363D0}"/>
              </a:ext>
            </a:extLst>
          </p:cNvPr>
          <p:cNvSpPr/>
          <p:nvPr/>
        </p:nvSpPr>
        <p:spPr>
          <a:xfrm rot="16200000">
            <a:off x="6047234" y="4679777"/>
            <a:ext cx="1080120" cy="2160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bg1"/>
                </a:solidFill>
              </a:rPr>
              <a:t>Data Link</a:t>
            </a:r>
            <a:endParaRPr lang="en-DE" sz="1400" dirty="0">
              <a:solidFill>
                <a:schemeClr val="bg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4DCC713-4D82-FFCC-D103-1087A35FE96D}"/>
              </a:ext>
            </a:extLst>
          </p:cNvPr>
          <p:cNvSpPr/>
          <p:nvPr/>
        </p:nvSpPr>
        <p:spPr>
          <a:xfrm>
            <a:off x="6695306" y="3167609"/>
            <a:ext cx="1944216" cy="1080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WAN-IP:</a:t>
            </a:r>
            <a:br>
              <a:rPr lang="de-DE" dirty="0">
                <a:solidFill>
                  <a:schemeClr val="tx1"/>
                </a:solidFill>
              </a:rPr>
            </a:br>
            <a:br>
              <a:rPr lang="de-DE" dirty="0">
                <a:solidFill>
                  <a:schemeClr val="tx1"/>
                </a:solidFill>
              </a:rPr>
            </a:br>
            <a:r>
              <a:rPr lang="de-DE" dirty="0">
                <a:solidFill>
                  <a:schemeClr val="tx1"/>
                </a:solidFill>
              </a:rPr>
              <a:t>77.2.29.240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55C0856-2105-B579-6CF7-C8E057DE2563}"/>
              </a:ext>
            </a:extLst>
          </p:cNvPr>
          <p:cNvSpPr/>
          <p:nvPr/>
        </p:nvSpPr>
        <p:spPr>
          <a:xfrm rot="16200000">
            <a:off x="6047234" y="3599657"/>
            <a:ext cx="1080120" cy="2160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bg1"/>
                </a:solidFill>
              </a:rPr>
              <a:t>Network</a:t>
            </a:r>
            <a:endParaRPr lang="en-DE" sz="1400" dirty="0">
              <a:solidFill>
                <a:schemeClr val="bg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4874492-4F27-32B7-A9D7-AFD795972F72}"/>
              </a:ext>
            </a:extLst>
          </p:cNvPr>
          <p:cNvSpPr/>
          <p:nvPr/>
        </p:nvSpPr>
        <p:spPr>
          <a:xfrm>
            <a:off x="6695306" y="5327849"/>
            <a:ext cx="1944216" cy="86409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374FE99-4F7B-CBDC-45B0-0CBC8D1C1068}"/>
              </a:ext>
            </a:extLst>
          </p:cNvPr>
          <p:cNvSpPr/>
          <p:nvPr/>
        </p:nvSpPr>
        <p:spPr>
          <a:xfrm rot="16200000">
            <a:off x="6155246" y="5651885"/>
            <a:ext cx="864096" cy="2160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400" dirty="0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2C53A1D-C4C9-E768-2067-7393821952F6}"/>
              </a:ext>
            </a:extLst>
          </p:cNvPr>
          <p:cNvSpPr/>
          <p:nvPr/>
        </p:nvSpPr>
        <p:spPr>
          <a:xfrm>
            <a:off x="13176025" y="4240327"/>
            <a:ext cx="1944216" cy="108012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C037F80-B99A-D12B-607C-31BCC0B1C8FD}"/>
              </a:ext>
            </a:extLst>
          </p:cNvPr>
          <p:cNvSpPr/>
          <p:nvPr/>
        </p:nvSpPr>
        <p:spPr>
          <a:xfrm rot="16200000">
            <a:off x="12527955" y="4672376"/>
            <a:ext cx="1080120" cy="2160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bg1"/>
                </a:solidFill>
              </a:rPr>
              <a:t>Data Link</a:t>
            </a:r>
            <a:endParaRPr lang="en-DE" sz="1400" dirty="0">
              <a:solidFill>
                <a:schemeClr val="bg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A4ABE86-AB8A-3BB7-986A-19FBEDAD1688}"/>
              </a:ext>
            </a:extLst>
          </p:cNvPr>
          <p:cNvSpPr/>
          <p:nvPr/>
        </p:nvSpPr>
        <p:spPr>
          <a:xfrm>
            <a:off x="13176025" y="3160207"/>
            <a:ext cx="1944216" cy="108012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BBD3DD9-F285-B1A7-0AC5-9F1518FBCC55}"/>
              </a:ext>
            </a:extLst>
          </p:cNvPr>
          <p:cNvSpPr/>
          <p:nvPr/>
        </p:nvSpPr>
        <p:spPr>
          <a:xfrm rot="16200000">
            <a:off x="12527955" y="3592256"/>
            <a:ext cx="1080120" cy="2160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bg1"/>
                </a:solidFill>
              </a:rPr>
              <a:t>Network</a:t>
            </a:r>
            <a:endParaRPr lang="en-DE" sz="1400" dirty="0">
              <a:solidFill>
                <a:schemeClr val="bg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9AF6CA2-A309-A35E-0A85-3CD1A48A6EEC}"/>
              </a:ext>
            </a:extLst>
          </p:cNvPr>
          <p:cNvSpPr/>
          <p:nvPr/>
        </p:nvSpPr>
        <p:spPr>
          <a:xfrm>
            <a:off x="13176025" y="5320447"/>
            <a:ext cx="1944216" cy="86409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9DE043E-F257-6F53-D099-C127DF4D2504}"/>
              </a:ext>
            </a:extLst>
          </p:cNvPr>
          <p:cNvSpPr/>
          <p:nvPr/>
        </p:nvSpPr>
        <p:spPr>
          <a:xfrm rot="16200000">
            <a:off x="12635967" y="5644484"/>
            <a:ext cx="864096" cy="2160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chemeClr val="bg1"/>
                </a:solidFill>
              </a:rPr>
              <a:t>Physical</a:t>
            </a:r>
            <a:endParaRPr lang="en-DE" sz="1400" dirty="0">
              <a:solidFill>
                <a:schemeClr val="bg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2894B4A-73C3-4CE8-9BDD-F0F28CEDFD45}"/>
              </a:ext>
            </a:extLst>
          </p:cNvPr>
          <p:cNvSpPr/>
          <p:nvPr/>
        </p:nvSpPr>
        <p:spPr>
          <a:xfrm>
            <a:off x="15336266" y="4240327"/>
            <a:ext cx="1944216" cy="10801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MAC:</a:t>
            </a:r>
            <a:br>
              <a:rPr lang="de-DE" dirty="0">
                <a:solidFill>
                  <a:schemeClr val="tx1"/>
                </a:solidFill>
              </a:rPr>
            </a:br>
            <a:br>
              <a:rPr lang="de-DE" dirty="0">
                <a:solidFill>
                  <a:schemeClr val="tx1"/>
                </a:solidFill>
              </a:rPr>
            </a:br>
            <a:r>
              <a:rPr lang="de-DE" dirty="0">
                <a:solidFill>
                  <a:schemeClr val="tx1"/>
                </a:solidFill>
              </a:rPr>
              <a:t>d2:74:7f:6e:37:e3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6BDBA1D-7062-D8CC-B006-BB6A6142155C}"/>
              </a:ext>
            </a:extLst>
          </p:cNvPr>
          <p:cNvSpPr/>
          <p:nvPr/>
        </p:nvSpPr>
        <p:spPr>
          <a:xfrm rot="16200000">
            <a:off x="14688194" y="4672376"/>
            <a:ext cx="1080120" cy="2160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bg1"/>
                </a:solidFill>
              </a:rPr>
              <a:t>Data Link</a:t>
            </a:r>
            <a:endParaRPr lang="en-DE" sz="1400" dirty="0">
              <a:solidFill>
                <a:schemeClr val="bg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2117F12-9886-A7DA-19B2-18AE7EAB12D9}"/>
              </a:ext>
            </a:extLst>
          </p:cNvPr>
          <p:cNvSpPr/>
          <p:nvPr/>
        </p:nvSpPr>
        <p:spPr>
          <a:xfrm>
            <a:off x="15336266" y="3160207"/>
            <a:ext cx="1944216" cy="108012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893E373-BAB3-C748-E1FB-53F0B04652B6}"/>
              </a:ext>
            </a:extLst>
          </p:cNvPr>
          <p:cNvSpPr/>
          <p:nvPr/>
        </p:nvSpPr>
        <p:spPr>
          <a:xfrm rot="16200000">
            <a:off x="14688194" y="3592256"/>
            <a:ext cx="1080120" cy="2160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bg1"/>
                </a:solidFill>
              </a:rPr>
              <a:t>Network</a:t>
            </a:r>
            <a:endParaRPr lang="en-DE" sz="1400" dirty="0">
              <a:solidFill>
                <a:schemeClr val="bg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634B33C-ED68-F2D3-E8F2-4A33FC2C79F3}"/>
              </a:ext>
            </a:extLst>
          </p:cNvPr>
          <p:cNvSpPr/>
          <p:nvPr/>
        </p:nvSpPr>
        <p:spPr>
          <a:xfrm>
            <a:off x="15336266" y="5320447"/>
            <a:ext cx="1944216" cy="86409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0A449BC-8C55-CB78-D485-2095BCDDDCCD}"/>
              </a:ext>
            </a:extLst>
          </p:cNvPr>
          <p:cNvSpPr/>
          <p:nvPr/>
        </p:nvSpPr>
        <p:spPr>
          <a:xfrm rot="16200000">
            <a:off x="14796206" y="5644484"/>
            <a:ext cx="864096" cy="2160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400" dirty="0">
              <a:solidFill>
                <a:schemeClr val="bg1"/>
              </a:solidFill>
            </a:endParaRP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CF1E1805-A05A-9D47-57B2-D2A43000A745}"/>
              </a:ext>
            </a:extLst>
          </p:cNvPr>
          <p:cNvCxnSpPr>
            <a:stCxn id="24" idx="2"/>
            <a:endCxn id="32" idx="2"/>
          </p:cNvCxnSpPr>
          <p:nvPr/>
        </p:nvCxnSpPr>
        <p:spPr>
          <a:xfrm rot="16200000" flipH="1">
            <a:off x="3706975" y="4391746"/>
            <a:ext cx="12701" cy="3600400"/>
          </a:xfrm>
          <a:prstGeom prst="bentConnector3">
            <a:avLst>
              <a:gd name="adj1" fmla="val 1800000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94568EC6-774B-3FA4-292C-EC25AF6D8CF5}"/>
              </a:ext>
            </a:extLst>
          </p:cNvPr>
          <p:cNvCxnSpPr>
            <a:stCxn id="38" idx="2"/>
            <a:endCxn id="44" idx="2"/>
          </p:cNvCxnSpPr>
          <p:nvPr/>
        </p:nvCxnSpPr>
        <p:spPr>
          <a:xfrm rot="5400000" flipH="1" flipV="1">
            <a:off x="10904073" y="2947884"/>
            <a:ext cx="7402" cy="6480720"/>
          </a:xfrm>
          <a:prstGeom prst="bentConnector3">
            <a:avLst>
              <a:gd name="adj1" fmla="val -3088354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172BFD44-C514-01E8-CB46-CBEA9CD5E5CA}"/>
              </a:ext>
            </a:extLst>
          </p:cNvPr>
          <p:cNvSpPr/>
          <p:nvPr/>
        </p:nvSpPr>
        <p:spPr>
          <a:xfrm>
            <a:off x="18936666" y="1007368"/>
            <a:ext cx="2016224" cy="1080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Web-Server</a:t>
            </a:r>
            <a:br>
              <a:rPr lang="de-DE" dirty="0">
                <a:solidFill>
                  <a:schemeClr val="tx1"/>
                </a:solidFill>
              </a:rPr>
            </a:br>
            <a:r>
              <a:rPr lang="de-DE" dirty="0">
                <a:solidFill>
                  <a:schemeClr val="tx1"/>
                </a:solidFill>
              </a:rPr>
              <a:t>sendet HTTP</a:t>
            </a:r>
            <a:br>
              <a:rPr lang="de-DE" dirty="0">
                <a:solidFill>
                  <a:schemeClr val="tx1"/>
                </a:solidFill>
              </a:rPr>
            </a:br>
            <a:r>
              <a:rPr lang="de-DE" dirty="0">
                <a:solidFill>
                  <a:schemeClr val="tx1"/>
                </a:solidFill>
              </a:rPr>
              <a:t>Antwort (Response)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2FC3F63-C1CD-795A-BD54-D26001C619EC}"/>
              </a:ext>
            </a:extLst>
          </p:cNvPr>
          <p:cNvSpPr/>
          <p:nvPr/>
        </p:nvSpPr>
        <p:spPr>
          <a:xfrm rot="16200000">
            <a:off x="18288594" y="1439417"/>
            <a:ext cx="1080120" cy="2160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chemeClr val="bg1"/>
                </a:solidFill>
              </a:rPr>
              <a:t>Application</a:t>
            </a:r>
            <a:endParaRPr lang="en-DE" sz="1400" dirty="0">
              <a:solidFill>
                <a:schemeClr val="bg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4A7B15C-5B41-CF90-68D0-34F4895EF371}"/>
              </a:ext>
            </a:extLst>
          </p:cNvPr>
          <p:cNvSpPr/>
          <p:nvPr/>
        </p:nvSpPr>
        <p:spPr>
          <a:xfrm>
            <a:off x="18936666" y="2087489"/>
            <a:ext cx="2016224" cy="1080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Server</a:t>
            </a:r>
            <a:br>
              <a:rPr lang="de-DE" dirty="0">
                <a:solidFill>
                  <a:schemeClr val="tx1"/>
                </a:solidFill>
              </a:rPr>
            </a:br>
            <a:r>
              <a:rPr lang="de-DE" dirty="0">
                <a:solidFill>
                  <a:schemeClr val="tx1"/>
                </a:solidFill>
              </a:rPr>
              <a:t>TCP-Port:</a:t>
            </a:r>
            <a:br>
              <a:rPr lang="de-DE" dirty="0">
                <a:solidFill>
                  <a:schemeClr val="tx1"/>
                </a:solidFill>
              </a:rPr>
            </a:br>
            <a:r>
              <a:rPr lang="de-DE" dirty="0">
                <a:solidFill>
                  <a:schemeClr val="tx1"/>
                </a:solidFill>
              </a:rPr>
              <a:t>80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AB4CEF7-B4B6-ABCE-2C34-82F7149B2EE7}"/>
              </a:ext>
            </a:extLst>
          </p:cNvPr>
          <p:cNvSpPr/>
          <p:nvPr/>
        </p:nvSpPr>
        <p:spPr>
          <a:xfrm rot="16200000">
            <a:off x="18288594" y="2519537"/>
            <a:ext cx="1080120" cy="2160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bg1"/>
                </a:solidFill>
              </a:rPr>
              <a:t>Transport</a:t>
            </a:r>
            <a:endParaRPr lang="en-DE" sz="1400" dirty="0">
              <a:solidFill>
                <a:schemeClr val="bg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747A0F6-0554-1E72-35C8-A1D03D47806A}"/>
              </a:ext>
            </a:extLst>
          </p:cNvPr>
          <p:cNvSpPr/>
          <p:nvPr/>
        </p:nvSpPr>
        <p:spPr>
          <a:xfrm>
            <a:off x="18936666" y="3167609"/>
            <a:ext cx="2016224" cy="1080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Server-IP:</a:t>
            </a:r>
            <a:br>
              <a:rPr lang="de-DE" dirty="0">
                <a:solidFill>
                  <a:schemeClr val="tx1"/>
                </a:solidFill>
              </a:rPr>
            </a:br>
            <a:br>
              <a:rPr lang="de-DE">
                <a:solidFill>
                  <a:schemeClr val="tx1"/>
                </a:solidFill>
              </a:rPr>
            </a:br>
            <a:r>
              <a:rPr lang="de-DE">
                <a:solidFill>
                  <a:schemeClr val="tx1"/>
                </a:solidFill>
              </a:rPr>
              <a:t>188.245.209.61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DA2FD3A-ECE5-90FE-0F1C-FFE672D2D5CB}"/>
              </a:ext>
            </a:extLst>
          </p:cNvPr>
          <p:cNvSpPr/>
          <p:nvPr/>
        </p:nvSpPr>
        <p:spPr>
          <a:xfrm rot="16200000">
            <a:off x="18288594" y="3599657"/>
            <a:ext cx="1080120" cy="2160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bg1"/>
                </a:solidFill>
              </a:rPr>
              <a:t>Network</a:t>
            </a:r>
            <a:endParaRPr lang="en-DE" sz="1400" dirty="0">
              <a:solidFill>
                <a:schemeClr val="bg1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40C70CC-1801-640D-E6AE-65522DC60E11}"/>
              </a:ext>
            </a:extLst>
          </p:cNvPr>
          <p:cNvSpPr/>
          <p:nvPr/>
        </p:nvSpPr>
        <p:spPr>
          <a:xfrm>
            <a:off x="18936666" y="4247729"/>
            <a:ext cx="2016224" cy="1080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Server-MAC:</a:t>
            </a:r>
            <a:br>
              <a:rPr lang="de-DE" dirty="0">
                <a:solidFill>
                  <a:schemeClr val="tx1"/>
                </a:solidFill>
              </a:rPr>
            </a:br>
            <a:br>
              <a:rPr lang="de-DE" dirty="0">
                <a:solidFill>
                  <a:schemeClr val="tx1"/>
                </a:solidFill>
              </a:rPr>
            </a:br>
            <a:r>
              <a:rPr lang="de-DE" dirty="0">
                <a:solidFill>
                  <a:schemeClr val="tx1"/>
                </a:solidFill>
              </a:rPr>
              <a:t>92:00:06:f4:f7:2c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8C2F52B-676E-2631-7F97-5D6A11054A12}"/>
              </a:ext>
            </a:extLst>
          </p:cNvPr>
          <p:cNvSpPr/>
          <p:nvPr/>
        </p:nvSpPr>
        <p:spPr>
          <a:xfrm rot="16200000">
            <a:off x="18288594" y="4679777"/>
            <a:ext cx="1080120" cy="2160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bg1"/>
                </a:solidFill>
              </a:rPr>
              <a:t>Data Link</a:t>
            </a:r>
            <a:endParaRPr lang="en-DE" sz="1400" dirty="0">
              <a:solidFill>
                <a:schemeClr val="bg1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799E616-01A5-E3C1-33BF-D441F31AC31A}"/>
              </a:ext>
            </a:extLst>
          </p:cNvPr>
          <p:cNvSpPr/>
          <p:nvPr/>
        </p:nvSpPr>
        <p:spPr>
          <a:xfrm>
            <a:off x="18936666" y="5327849"/>
            <a:ext cx="2016224" cy="86409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DE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678BEDF-8E2E-055A-6003-10C93F7C152C}"/>
              </a:ext>
            </a:extLst>
          </p:cNvPr>
          <p:cNvSpPr/>
          <p:nvPr/>
        </p:nvSpPr>
        <p:spPr>
          <a:xfrm rot="16200000">
            <a:off x="18396606" y="5651885"/>
            <a:ext cx="864096" cy="2160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chemeClr val="bg1"/>
                </a:solidFill>
              </a:rPr>
              <a:t>Physical</a:t>
            </a:r>
            <a:endParaRPr lang="en-DE" sz="1400" dirty="0">
              <a:solidFill>
                <a:schemeClr val="bg1"/>
              </a:solidFill>
            </a:endParaRPr>
          </a:p>
        </p:txBody>
      </p:sp>
      <p:pic>
        <p:nvPicPr>
          <p:cNvPr id="67" name="Graphic 42">
            <a:extLst>
              <a:ext uri="{FF2B5EF4-FFF2-40B4-BE49-F238E27FC236}">
                <a16:creationId xmlns:a16="http://schemas.microsoft.com/office/drawing/2014/main" id="{867D77FB-3723-5C50-915B-48EFDBC2FA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03219" y="5543873"/>
            <a:ext cx="1368152" cy="975668"/>
          </a:xfrm>
          <a:prstGeom prst="rect">
            <a:avLst/>
          </a:prstGeom>
        </p:spPr>
      </p:pic>
      <p:pic>
        <p:nvPicPr>
          <p:cNvPr id="68" name="Graphic 42">
            <a:extLst>
              <a:ext uri="{FF2B5EF4-FFF2-40B4-BE49-F238E27FC236}">
                <a16:creationId xmlns:a16="http://schemas.microsoft.com/office/drawing/2014/main" id="{544C0CCD-7EFF-264D-3193-AE20AB9988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544179" y="5543873"/>
            <a:ext cx="1368152" cy="975668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59247933-36B2-FB52-8916-9AEF80E8EE9F}"/>
              </a:ext>
            </a:extLst>
          </p:cNvPr>
          <p:cNvSpPr txBox="1"/>
          <p:nvPr/>
        </p:nvSpPr>
        <p:spPr>
          <a:xfrm>
            <a:off x="718643" y="545706"/>
            <a:ext cx="2160240" cy="46166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de-DE" sz="2400" b="1" dirty="0"/>
              <a:t>Web-Browser</a:t>
            </a:r>
            <a:endParaRPr lang="en-DE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B7C14AA-6905-F9E9-E998-343973798635}"/>
              </a:ext>
            </a:extLst>
          </p:cNvPr>
          <p:cNvSpPr txBox="1"/>
          <p:nvPr/>
        </p:nvSpPr>
        <p:spPr>
          <a:xfrm>
            <a:off x="18706022" y="542973"/>
            <a:ext cx="2160242" cy="46166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de-DE" sz="2400" b="1" dirty="0"/>
              <a:t>Web-Server</a:t>
            </a:r>
            <a:endParaRPr lang="en-DE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2B27EEC-020B-6C12-71F1-915A34C18D1A}"/>
              </a:ext>
            </a:extLst>
          </p:cNvPr>
          <p:cNvSpPr txBox="1"/>
          <p:nvPr/>
        </p:nvSpPr>
        <p:spPr>
          <a:xfrm>
            <a:off x="4319042" y="2735564"/>
            <a:ext cx="43204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400" b="1" dirty="0"/>
              <a:t>Router im Heimnetzwerk</a:t>
            </a:r>
            <a:endParaRPr lang="en-DE" sz="2400" b="1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C1D5DB6-9A9D-FAC8-636B-B259FA9BF83C}"/>
              </a:ext>
            </a:extLst>
          </p:cNvPr>
          <p:cNvSpPr txBox="1"/>
          <p:nvPr/>
        </p:nvSpPr>
        <p:spPr>
          <a:xfrm>
            <a:off x="13032010" y="2735564"/>
            <a:ext cx="43204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400" b="1" dirty="0"/>
              <a:t>Router beim Hosting-Provider</a:t>
            </a:r>
            <a:endParaRPr lang="en-DE" sz="2400" b="1" dirty="0"/>
          </a:p>
        </p:txBody>
      </p: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DDBAA4AD-442E-8223-4D8D-40417E03CF11}"/>
              </a:ext>
            </a:extLst>
          </p:cNvPr>
          <p:cNvCxnSpPr>
            <a:cxnSpLocks/>
            <a:stCxn id="50" idx="2"/>
            <a:endCxn id="64" idx="2"/>
          </p:cNvCxnSpPr>
          <p:nvPr/>
        </p:nvCxnSpPr>
        <p:spPr>
          <a:xfrm rot="16200000" flipH="1">
            <a:off x="18122875" y="4370042"/>
            <a:ext cx="7402" cy="3636404"/>
          </a:xfrm>
          <a:prstGeom prst="bentConnector3">
            <a:avLst>
              <a:gd name="adj1" fmla="val 3188354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CDAC0C-9B23-653B-2E84-E3C727B37CEE}"/>
              </a:ext>
            </a:extLst>
          </p:cNvPr>
          <p:cNvSpPr txBox="1"/>
          <p:nvPr/>
        </p:nvSpPr>
        <p:spPr>
          <a:xfrm>
            <a:off x="815002" y="6415681"/>
            <a:ext cx="21962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client.pcapng</a:t>
            </a:r>
            <a:b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dirty="0">
                <a:cs typeface="Courier New" panose="02070309020205020404" pitchFamily="49" charset="0"/>
              </a:rPr>
              <a:t>wurde hier erstellt</a:t>
            </a:r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A4AFF9-07BA-6DC7-7497-472EFEE0A512}"/>
              </a:ext>
            </a:extLst>
          </p:cNvPr>
          <p:cNvSpPr txBox="1"/>
          <p:nvPr/>
        </p:nvSpPr>
        <p:spPr>
          <a:xfrm>
            <a:off x="18828654" y="6388716"/>
            <a:ext cx="21962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server.pcapng</a:t>
            </a:r>
            <a:b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dirty="0">
                <a:cs typeface="Courier New" panose="02070309020205020404" pitchFamily="49" charset="0"/>
              </a:rPr>
              <a:t>wurde hier erstellt</a:t>
            </a:r>
            <a:endParaRPr lang="en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AEF111-5AC5-8D6D-503A-85D4A5D6B094}"/>
              </a:ext>
            </a:extLst>
          </p:cNvPr>
          <p:cNvSpPr txBox="1"/>
          <p:nvPr/>
        </p:nvSpPr>
        <p:spPr>
          <a:xfrm>
            <a:off x="2878882" y="6840016"/>
            <a:ext cx="1582714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de-DE" dirty="0">
                <a:solidFill>
                  <a:schemeClr val="bg1">
                    <a:lumMod val="65000"/>
                  </a:schemeClr>
                </a:solidFill>
                <a:cs typeface="Courier New" panose="02070309020205020404" pitchFamily="49" charset="0"/>
              </a:rPr>
              <a:t>Grau hinterlegte Einträge sind nicht in den zur Verfügung gestellten Wireshark-Traces verfügbar</a:t>
            </a:r>
            <a:endParaRPr lang="en-DE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720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902bbb0-0360-4236-a6d5-dd3a8f1e5b34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CB819D57D08DE4594F093C865467810" ma:contentTypeVersion="9" ma:contentTypeDescription="Ein neues Dokument erstellen." ma:contentTypeScope="" ma:versionID="bccee4b8c9aac7c4d18e4832c9498bdf">
  <xsd:schema xmlns:xsd="http://www.w3.org/2001/XMLSchema" xmlns:xs="http://www.w3.org/2001/XMLSchema" xmlns:p="http://schemas.microsoft.com/office/2006/metadata/properties" xmlns:ns2="7902bbb0-0360-4236-a6d5-dd3a8f1e5b34" targetNamespace="http://schemas.microsoft.com/office/2006/metadata/properties" ma:root="true" ma:fieldsID="71331daea0f5bdb20b03e09ad04d1b1d" ns2:_="">
    <xsd:import namespace="7902bbb0-0360-4236-a6d5-dd3a8f1e5b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02bbb0-0360-4236-a6d5-dd3a8f1e5b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390b685f-0a19-44af-a379-edb68b7292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423B2FC-24CF-4A6A-BB49-DBA5B5091A5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4543DE-7F2C-4648-B174-370A538E186F}">
  <ds:schemaRefs>
    <ds:schemaRef ds:uri="http://schemas.microsoft.com/office/2006/metadata/properties"/>
    <ds:schemaRef ds:uri="http://schemas.microsoft.com/office/infopath/2007/PartnerControls"/>
    <ds:schemaRef ds:uri="7902bbb0-0360-4236-a6d5-dd3a8f1e5b34"/>
  </ds:schemaRefs>
</ds:datastoreItem>
</file>

<file path=customXml/itemProps3.xml><?xml version="1.0" encoding="utf-8"?>
<ds:datastoreItem xmlns:ds="http://schemas.openxmlformats.org/officeDocument/2006/customXml" ds:itemID="{3EB97819-033F-4C06-8CD1-00051AFCF5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902bbb0-0360-4236-a6d5-dd3a8f1e5b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</TotalTime>
  <Words>151</Words>
  <Application>Microsoft Office PowerPoint</Application>
  <PresentationFormat>Custom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Deutschmann Joerg</dc:creator>
  <cp:lastModifiedBy>Deutschmann Joerg</cp:lastModifiedBy>
  <cp:revision>1</cp:revision>
  <dcterms:created xsi:type="dcterms:W3CDTF">2026-01-07T18:36:27Z</dcterms:created>
  <dcterms:modified xsi:type="dcterms:W3CDTF">2026-01-15T08:00:03Z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0x010100FCB819D57D08DE4594F093C865467810</vt:lpwstr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</Properties>
</file>